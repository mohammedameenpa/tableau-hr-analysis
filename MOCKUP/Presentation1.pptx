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E7BB7-BC09-C7A5-A128-CC0C61E73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06332-4C86-395E-880B-DEBFBDEB0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62E27-50BE-506C-C49A-29A0059B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2F1E3-B075-0A4F-0EF7-3ECBCC2C5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9BA9F-1BA9-42A2-53E9-DA2344FDA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36A82-3D33-F49B-5E43-ED279B6EE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8C046-E9F1-5493-59BE-09E3A45A0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30084-B6F2-2C62-DF41-AFC8AB7B7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0CB9-73F8-6549-E8F8-7A697D36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D8FA-CF97-9674-9196-78FA2057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8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31A0D-430B-EF7B-AA37-F3945F89F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A4922-089F-E5BE-E316-D42E10E50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0B36D-E7B7-F24F-09BB-CD87A405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33401-70CF-CDEE-2B06-B835B7788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A9656-32A1-60ED-D243-C7D29BAA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77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C32D-936A-C716-E36F-4B096D90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F5DE2-D7A8-7C0C-1D10-0F38142EC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52406-AC65-E4AC-3A37-AFE082D5F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D60D3-0586-82C0-9236-29866420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8F585-BA31-54EE-979B-D59317D5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603EE-4BC6-CBC6-4B08-AA32456F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97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C6F69-A59C-7BD4-5B33-D5C85D07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19DDE-EFF3-0266-72BF-DF480B7E7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4D844-337F-C54D-069D-E13124A35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EA9053-81BA-9F7D-3A76-0B292A559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30DF0-831B-EB0B-A387-1051F0F22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20DC8-17CB-ED35-7CB3-77D7AFB7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22AA03-E14E-9A73-89D9-0A93D989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85BA24-D8D6-6A7A-31B7-1B26052D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06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7781-5190-B6A3-1919-1282D29B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CAF70-7495-3ADF-D4C2-3231717F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3DEB7-774C-C633-1C71-1129D0AF7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54158-70BD-EA6A-FF94-32897185D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1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F55E53-A273-870B-34F6-FAB294D7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D3E8A-F67C-0388-AC69-A5873708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8276C-0D83-ACA6-F575-205799C3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6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8354-4E41-AB6E-998F-58E980103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60B36-C8A8-C81F-19F2-668630D3A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DD007-683C-E675-3EB0-A3015AF3D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38C64-96B2-3BC2-DDE3-40F19F80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2716B-EABE-E4ED-BCC4-405E197E7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89270-7983-1B96-DB90-362156B8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7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0641-1C8A-3B97-2404-CA143BC9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94688-F2EA-87FE-C70D-1ECF5C896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EA8CC-C928-3FBB-5142-86CF6D4B2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86545-815E-641F-B517-8F87E178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05E1D-0595-FF50-5944-A218403F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C772F-6A89-B898-BFF4-FB342EA6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55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0A545-78A8-6E2B-33E1-B8BBC62ED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EFA78-51B8-2952-1A32-465F5AE79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D0ABE-BE5B-98EC-0508-6F41AEB6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88003-5E9B-B257-6BA2-4ECED14D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807AA-1CF2-1695-99D9-5A2E00D1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F41AF-0A90-3361-A315-012CCA3B0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78226-B5D6-C25B-1D5C-BA691FCB7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E1B94-DF79-A9AD-CBC0-508B3AE15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D81A2-9844-91FA-DA62-CDC5CCD7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8488D-E085-F463-7EAC-A7C90A1A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F0CA0A-B5B6-E986-2107-49724DB7E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AC20F-323D-3833-76D6-5ED952FCA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F5E20-BA3A-FEE8-542B-25EF29B10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7A251-6821-4351-A9F9-F946565ECD08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918FB-D777-F03D-1EB5-C7EB691B9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C8501-840C-3E60-02DE-EFDFAF645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F7E90-F351-457F-B7E6-3006D3B95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47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92E6-3129-2FDE-241B-26DD5BEEA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884A6-463E-05AC-EBEB-C5B30D91F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E04742-44B2-71A3-A9D5-50F1B456E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2957"/>
            <a:ext cx="12192000" cy="625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4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96679-7C8E-5623-191D-D17BA8B0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767CDA-540E-1530-9337-717880800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935" y="1825625"/>
            <a:ext cx="8478130" cy="4351338"/>
          </a:xfrm>
        </p:spPr>
      </p:pic>
    </p:spTree>
    <p:extLst>
      <p:ext uri="{BB962C8B-B14F-4D97-AF65-F5344CB8AC3E}">
        <p14:creationId xmlns:p14="http://schemas.microsoft.com/office/powerpoint/2010/main" val="3223610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0534-D94F-3C2A-D958-B07700337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analysis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9C3142-6C8A-F9B8-C7D5-887E16509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990" y="1825625"/>
            <a:ext cx="8616020" cy="4351338"/>
          </a:xfrm>
        </p:spPr>
      </p:pic>
    </p:spTree>
    <p:extLst>
      <p:ext uri="{BB962C8B-B14F-4D97-AF65-F5344CB8AC3E}">
        <p14:creationId xmlns:p14="http://schemas.microsoft.com/office/powerpoint/2010/main" val="259630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AF46-9E24-BE59-1634-57B1851E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Compensation analysis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F5E121-2BB1-39D6-F369-BAEF5E313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922" y="1825625"/>
            <a:ext cx="8574156" cy="4351338"/>
          </a:xfrm>
        </p:spPr>
      </p:pic>
    </p:spTree>
    <p:extLst>
      <p:ext uri="{BB962C8B-B14F-4D97-AF65-F5344CB8AC3E}">
        <p14:creationId xmlns:p14="http://schemas.microsoft.com/office/powerpoint/2010/main" val="490622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Attrition analysis</vt:lpstr>
      <vt:lpstr>Demographic analysis </vt:lpstr>
      <vt:lpstr>Compensation analysis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amameenam275@gmail.com</dc:creator>
  <cp:lastModifiedBy>amameenam275@gmail.com</cp:lastModifiedBy>
  <cp:revision>1</cp:revision>
  <dcterms:created xsi:type="dcterms:W3CDTF">2025-11-20T07:19:46Z</dcterms:created>
  <dcterms:modified xsi:type="dcterms:W3CDTF">2025-11-20T07:20:37Z</dcterms:modified>
</cp:coreProperties>
</file>